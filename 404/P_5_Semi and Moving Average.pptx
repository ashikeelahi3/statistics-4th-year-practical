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5" r:id="rId2"/>
    <p:sldId id="276" r:id="rId3"/>
    <p:sldId id="278" r:id="rId4"/>
    <p:sldId id="279" r:id="rId5"/>
    <p:sldId id="28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985C9-51BB-424E-BEB9-AC3903DF3393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6BD42-BA33-482B-8657-9FBA0327A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05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0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7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8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0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87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1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5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2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5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0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AB0B0-826C-492E-A1CE-AB6A1BEF0B04}" type="datetimeFigureOut">
              <a:rPr lang="en-US" smtClean="0"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12A09-AE1E-4407-9A28-91B624160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6394607" cy="1376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7848600" cy="343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24502"/>
            <a:ext cx="1914525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540" y="2307284"/>
            <a:ext cx="4276725" cy="312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02" y="3024554"/>
            <a:ext cx="4495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907" y="2898125"/>
            <a:ext cx="3124200" cy="2691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428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615" y="304800"/>
            <a:ext cx="6019800" cy="1346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39" y="1828800"/>
            <a:ext cx="7073762" cy="363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2220843"/>
            <a:ext cx="2690812" cy="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09800"/>
            <a:ext cx="4590317" cy="33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64" y="2819400"/>
            <a:ext cx="3802251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790092"/>
            <a:ext cx="4271400" cy="2391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40" y="5486400"/>
            <a:ext cx="4857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96" y="5805854"/>
            <a:ext cx="3580737" cy="366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96" y="6172200"/>
            <a:ext cx="767861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33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28245"/>
            <a:ext cx="3200400" cy="361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58189"/>
            <a:ext cx="8077200" cy="32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1981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143000"/>
            <a:ext cx="6299186" cy="33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63" y="1482479"/>
            <a:ext cx="3880338" cy="312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3" y="1500011"/>
            <a:ext cx="4014787" cy="277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69" y="1905000"/>
            <a:ext cx="1247042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362200"/>
            <a:ext cx="6015182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3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43200"/>
            <a:ext cx="6015182" cy="394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173003"/>
            <a:ext cx="3918988" cy="671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6" name="Picture 1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0"/>
            <a:ext cx="7975586" cy="354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7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6" y="4164470"/>
            <a:ext cx="1204913" cy="265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49" name="Picture 17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44721"/>
            <a:ext cx="487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50" name="Picture 1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0"/>
            <a:ext cx="5660299" cy="365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51" name="Picture 19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65" y="4954037"/>
            <a:ext cx="4628052" cy="685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221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1293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429000"/>
            <a:ext cx="3962400" cy="333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762789"/>
            <a:ext cx="1905000" cy="2806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81200"/>
            <a:ext cx="8813556" cy="636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2702698"/>
            <a:ext cx="6638925" cy="650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798479"/>
            <a:ext cx="1687441" cy="275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110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762000"/>
            <a:ext cx="581544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84" y="1524000"/>
            <a:ext cx="3716216" cy="340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013" y="1828800"/>
            <a:ext cx="1234987" cy="4624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828800"/>
            <a:ext cx="3352800" cy="4602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08" y="6605954"/>
            <a:ext cx="5238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77" y="6570828"/>
            <a:ext cx="6481462" cy="25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9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716" y="6614159"/>
            <a:ext cx="2100262" cy="210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2742"/>
            <a:ext cx="3429000" cy="34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937" y="304800"/>
            <a:ext cx="2037463" cy="274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7192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Run</dc:creator>
  <cp:lastModifiedBy>Statistics</cp:lastModifiedBy>
  <cp:revision>32</cp:revision>
  <dcterms:created xsi:type="dcterms:W3CDTF">2023-03-28T14:30:20Z</dcterms:created>
  <dcterms:modified xsi:type="dcterms:W3CDTF">2024-02-16T06:22:30Z</dcterms:modified>
</cp:coreProperties>
</file>